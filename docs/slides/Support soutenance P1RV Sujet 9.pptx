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914ACD-7E1F-4E7D-89DC-0AAD9289D7FC}" type="datetimeFigureOut">
              <a:rPr lang="fr-FR" smtClean="0"/>
              <a:t>16/01/2026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8BFF3D-F876-4680-8F2B-C35FE01375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30167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5837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Objectif: présenter un POC solide (phase 1) d'un générateur d'histoires en C++ pilotant un SLM local via llama.cpp.
[Sources]
- https://github.com/ggml-org/llama.cpp
- https://github.com/ggml-org/llama.cpp/blob/master/tools/cli/README.md
- https://huggingface.co/mistralai/Mistral-7B-Instruct-v0.2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 du plan et du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https://github.com/ggml-org/llama.cpp
- https://huggingface.co/docs/hub/en/gguf-llamacpp
- https://huggingface.co/mistralai/Mistral-7B-Instruct-v0.2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https://github.com/ggml-org/llama.cpp
- https://huggingface.co/docs/hub/en/gguf-llamacpp
- https://huggingface.co/mistralai/Mistral-7B-Instruct-v0.2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https://github.com/ggml-org/llama.cpp
- https://huggingface.co/docs/hub/en/gguf-llamacpp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https://github.com/ggml-org/llama.cpp/blob/master/tools/cli/README.md
- https://manpages.debian.org/testing/llama.cpp-tools/llama-cli.1.en.html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https://learn.microsoft.com/en-us/windows/win32/api/shellapi/nf-shellapi-commandlinetoargvw
- https://github.com/ggml-org/llama.cpp/blob/master/tools/cli/README.md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https://github.com/ggml-org/llama.cpp/blob/master/tools/cli/README.md
- https://manpages.debian.org/testing/llama.cpp-tools/llama-cli.1.en.html
- https://learn.microsoft.com/en-us/windows/win32/api/shellapi/nf-shellapi-commandlinetoargvw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https://huggingface.co/mistralai/Mistral-7B-Instruct-v0.2
- https://github.com/ggml-org/llama.cpp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Clore sur ce qui est acquis (POC robuste) et ce qui reste (prompting + export + UX).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Préparer réponses courtes : pourquoi llama.cpp, reproductibilité, paramètres (seed/temp/top-p/n-predict), limites et prochaines étapes.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1097280"/>
            <a:ext cx="106372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d'histoires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/ SLM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68680" y="2606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P1RV • Sujet 9 • </a:t>
            </a:r>
            <a:r>
              <a:rPr lang="en-US" sz="1800" dirty="0" err="1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3291840"/>
            <a:ext cx="10454335" cy="26517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3520440"/>
            <a:ext cx="990569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</a:t>
            </a:r>
            <a:r>
              <a:rPr lang="en-US" sz="20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sortie : </a:t>
            </a: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→ appel llama.cpp (llama-cli) → histoire générée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: Windows natif • CMake/Ninja • modèle GGUF (Mistral 7B Instruct)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5669280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ANH-TON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10820095" cy="4480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874520"/>
            <a:ext cx="99971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spcAft>
                <a:spcPts val="660"/>
              </a:spcAft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et périmètre du projet</a:t>
            </a:r>
            <a:endParaRPr lang="en-US" sz="2200" dirty="0"/>
          </a:p>
          <a:p>
            <a:pPr marL="251460" indent="-251460">
              <a:spcAft>
                <a:spcPts val="660"/>
              </a:spcAft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techniques (Windows, C++, llama.cpp, GGUF)</a:t>
            </a:r>
            <a:endParaRPr lang="en-US" sz="2200" dirty="0"/>
          </a:p>
          <a:p>
            <a:pPr marL="251460" indent="-251460">
              <a:spcAft>
                <a:spcPts val="660"/>
              </a:spcAft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dépôt et pipeline d'exécution</a:t>
            </a:r>
            <a:endParaRPr lang="en-US" sz="2200" dirty="0"/>
          </a:p>
          <a:p>
            <a:pPr marL="251460" indent="-251460">
              <a:spcAft>
                <a:spcPts val="660"/>
              </a:spcAft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CLI (options, </a:t>
            </a:r>
            <a:r>
              <a:rPr lang="en-US" sz="22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</a:t>
            </a:r>
            <a:r>
              <a:rPr lang="en-US" sz="2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251460" indent="-251460">
              <a:spcAft>
                <a:spcPts val="660"/>
              </a:spcAft>
              <a:buSzPct val="100000"/>
              <a:buChar char="•"/>
            </a:pPr>
            <a:r>
              <a:rPr lang="en-US" sz="22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</a:t>
            </a: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rencontrées</a:t>
            </a: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solutions</a:t>
            </a:r>
            <a:endParaRPr lang="en-US" sz="2200" dirty="0"/>
          </a:p>
          <a:p>
            <a:pPr marL="251460" indent="-251460">
              <a:spcAft>
                <a:spcPts val="660"/>
              </a:spcAft>
              <a:buSzPct val="100000"/>
              <a:buChar char="•"/>
            </a:pPr>
            <a:r>
              <a:rPr lang="en-US" sz="2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2200" dirty="0"/>
          </a:p>
          <a:p>
            <a:pPr marL="251460" indent="-251460">
              <a:spcAft>
                <a:spcPts val="660"/>
              </a:spcAft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+ estimation du temps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6309360"/>
            <a:ext cx="108200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6419088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P1RV • Sujet 9 • Génération d'histoires C++ / SLM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6419088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&amp; critères de réussite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générateur d'histoires en C++ s'appuyant sur un SLM (local)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516380"/>
            <a:ext cx="5669280" cy="48463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54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Permettre à un utilisateur de générer une histoire à partir d'un prompt (âge, thème, style…) via une CLI.</a:t>
            </a:r>
            <a:endParaRPr lang="en-US" sz="1800" dirty="0"/>
          </a:p>
          <a:p>
            <a:pPr marL="205740" indent="-205740">
              <a:spcAft>
                <a:spcPts val="54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locale (sans réseau) pour rester reproductible et autonome.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947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Critères (MVP)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440436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54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unique → histoire générée → fin du programme.</a:t>
            </a:r>
            <a:endParaRPr lang="en-US" sz="1800" dirty="0"/>
          </a:p>
          <a:p>
            <a:pPr marL="205740" indent="-205740">
              <a:spcAft>
                <a:spcPts val="54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contrôlables (seed/temp/top-p/n_tokens).</a:t>
            </a:r>
            <a:endParaRPr lang="en-US" sz="1800" dirty="0"/>
          </a:p>
          <a:p>
            <a:pPr marL="205740" indent="-205740">
              <a:spcAft>
                <a:spcPts val="54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d'erreurs (fichiers manquants, chemins, etc.).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37960" y="1508760"/>
            <a:ext cx="4967935" cy="48463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0" y="1783080"/>
            <a:ext cx="4327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 SLM local 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58000" y="2240280"/>
            <a:ext cx="4327855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54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dépendance API / réseau</a:t>
            </a:r>
            <a:endParaRPr lang="en-US" sz="1800" dirty="0"/>
          </a:p>
          <a:p>
            <a:pPr marL="205740" indent="-205740">
              <a:spcAft>
                <a:spcPts val="54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 (seed + version modèle)</a:t>
            </a:r>
            <a:endParaRPr lang="en-US" sz="1800" dirty="0"/>
          </a:p>
          <a:p>
            <a:pPr marL="205740" indent="-205740">
              <a:spcAft>
                <a:spcPts val="54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 du pipeline (build, exécution, paramètres)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0" y="4709160"/>
            <a:ext cx="4327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Technos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0" y="5166360"/>
            <a:ext cx="43278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54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C++17 + CMake/Ninja</a:t>
            </a:r>
            <a:endParaRPr lang="en-US" sz="1800" dirty="0"/>
          </a:p>
          <a:p>
            <a:pPr marL="205740" indent="-205740">
              <a:spcAft>
                <a:spcPts val="54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(llama-cli)</a:t>
            </a:r>
            <a:endParaRPr lang="en-US" sz="1800" dirty="0"/>
          </a:p>
          <a:p>
            <a:pPr marL="205740" indent="-205740">
              <a:spcAft>
                <a:spcPts val="54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GGUF : Mistral 7B Instruct (Q4_0)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" y="6309360"/>
            <a:ext cx="108200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6419088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P1RV • Sujet 9 • Génération d'histoires C++ / SLM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techniques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10820095" cy="48463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737360"/>
            <a:ext cx="28751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Plateforme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057400"/>
            <a:ext cx="287517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4310" indent="-194310">
              <a:spcAft>
                <a:spcPts val="51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natif</a:t>
            </a:r>
            <a:endParaRPr lang="en-US" sz="1700" dirty="0"/>
          </a:p>
          <a:p>
            <a:pPr marL="194310" indent="-194310">
              <a:spcAft>
                <a:spcPts val="51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2022</a:t>
            </a:r>
            <a:endParaRPr lang="en-US" sz="1700" dirty="0"/>
          </a:p>
          <a:p>
            <a:pPr marL="194310" indent="-194310">
              <a:spcAft>
                <a:spcPts val="51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: CMake + Ninja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292498" y="1737360"/>
            <a:ext cx="9144" cy="45720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6818" y="1737360"/>
            <a:ext cx="28751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Moteur SLM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66818" y="2057400"/>
            <a:ext cx="287517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4310" indent="-194310">
              <a:spcAft>
                <a:spcPts val="51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(C/C++)</a:t>
            </a:r>
            <a:endParaRPr lang="en-US" sz="1700" dirty="0"/>
          </a:p>
          <a:p>
            <a:pPr marL="194310" indent="-194310">
              <a:spcAft>
                <a:spcPts val="51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via llama-cli</a:t>
            </a:r>
            <a:endParaRPr lang="en-US" sz="1700" dirty="0"/>
          </a:p>
          <a:p>
            <a:pPr marL="194310" indent="-194310">
              <a:spcAft>
                <a:spcPts val="51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GGUF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899197" y="1737360"/>
            <a:ext cx="9144" cy="45720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73517" y="1737360"/>
            <a:ext cx="28751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73517" y="2057400"/>
            <a:ext cx="287517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4310" indent="-194310">
              <a:spcAft>
                <a:spcPts val="51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 Instruct v0.2</a:t>
            </a:r>
            <a:endParaRPr lang="en-US" sz="1700" dirty="0"/>
          </a:p>
          <a:p>
            <a:pPr marL="194310" indent="-194310">
              <a:spcAft>
                <a:spcPts val="51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Q4_0 (CPU)</a:t>
            </a:r>
            <a:endParaRPr lang="en-US" sz="1700" dirty="0"/>
          </a:p>
          <a:p>
            <a:pPr marL="194310" indent="-194310">
              <a:spcAft>
                <a:spcPts val="51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 via seed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85800" y="6309360"/>
            <a:ext cx="108200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6419088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P1RV • Sujet 9 • Génération d'histoires C++ / SLM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du dépôt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852160" cy="48463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83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Arborescence (simplifiée)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2148840"/>
            <a:ext cx="5486400" cy="3108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33172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P1RV/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app/        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 C++ (storygen)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llama.cpp/  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submodule (moteur)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models/     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.gguf (poids)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prompt.txt  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prompt de test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CMakeLists.txt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out/        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(Debug/Release)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20840" y="1508760"/>
            <a:ext cx="4785055" cy="48463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40880" y="1783080"/>
            <a:ext cx="4144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cette structure 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2240280"/>
            <a:ext cx="414497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4310" indent="-194310">
              <a:spcAft>
                <a:spcPts val="51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Séparer dépendance (llama.cpp) et application (app/).</a:t>
            </a:r>
            <a:endParaRPr lang="en-US" sz="1700" dirty="0"/>
          </a:p>
          <a:p>
            <a:pPr marL="194310" indent="-194310">
              <a:spcAft>
                <a:spcPts val="51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reproductible via CMake/Ninja.</a:t>
            </a:r>
            <a:endParaRPr lang="en-US" sz="1700" dirty="0"/>
          </a:p>
          <a:p>
            <a:pPr marL="194310" indent="-194310">
              <a:spcAft>
                <a:spcPts val="51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et prompts versionnés.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40880" y="4343400"/>
            <a:ext cx="4144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Commandes build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040880" y="4709160"/>
            <a:ext cx="4144975" cy="14173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4892040"/>
            <a:ext cx="368777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cmake -S . -B out/build/x64-Release -G Ninja -DCMAKE_BUILD_TYPE=Release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cmake --build out/build/x64-Release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6309360"/>
            <a:ext cx="108200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6419088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P1RV • Sujet 9 • Génération d'histoires C++ / SLM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d'exécution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10820095" cy="48463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2103120"/>
            <a:ext cx="339333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40280"/>
            <a:ext cx="29361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storygen.exe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29361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CLI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Résout chemins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 commande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9178" y="2103120"/>
            <a:ext cx="339333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7778" y="2240280"/>
            <a:ext cx="29361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llama-cli.exe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27778" y="2606040"/>
            <a:ext cx="29361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modèle GGUF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texte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12557" y="2103120"/>
            <a:ext cx="339333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1157" y="2240280"/>
            <a:ext cx="29361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Sortie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41157" y="2606040"/>
            <a:ext cx="29361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stdout/stderr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/ fichier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33418" y="2423160"/>
            <a:ext cx="411480" cy="457200"/>
          </a:xfrm>
          <a:prstGeom prst="right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46797" y="2423160"/>
            <a:ext cx="411480" cy="457200"/>
          </a:xfrm>
          <a:prstGeom prst="right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52044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clés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3886200"/>
            <a:ext cx="1036289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4310" indent="-194310">
              <a:spcAft>
                <a:spcPts val="51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→ reproductibilité</a:t>
            </a:r>
            <a:endParaRPr lang="en-US" sz="1700" dirty="0"/>
          </a:p>
          <a:p>
            <a:pPr marL="194310" indent="-194310">
              <a:spcAft>
                <a:spcPts val="51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temp/top-p → créativité vs stabilité</a:t>
            </a:r>
            <a:endParaRPr lang="en-US" sz="1700" dirty="0"/>
          </a:p>
          <a:p>
            <a:pPr marL="194310" indent="-194310">
              <a:spcAft>
                <a:spcPts val="51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n-predict → longueur (tokens)</a:t>
            </a:r>
            <a:endParaRPr lang="en-US" sz="1700" dirty="0"/>
          </a:p>
          <a:p>
            <a:pPr marL="194310" indent="-194310">
              <a:spcAft>
                <a:spcPts val="51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--single-turn → pas de mode interactif (fin automatique)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85800" y="6309360"/>
            <a:ext cx="108200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6419088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P1RV • Sujet 9 • Génération d'histoires C++ / SLM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CLI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6035040" cy="48463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83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Options principales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5486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4310" indent="-194310">
              <a:spcAft>
                <a:spcPts val="51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--help : aide</a:t>
            </a:r>
            <a:endParaRPr lang="en-US" sz="1700" dirty="0"/>
          </a:p>
          <a:p>
            <a:pPr marL="194310" indent="-194310">
              <a:spcAft>
                <a:spcPts val="51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--model / --prompt : choisir les fichiers</a:t>
            </a:r>
            <a:endParaRPr lang="en-US" sz="1700" dirty="0"/>
          </a:p>
          <a:p>
            <a:pPr marL="194310" indent="-194310">
              <a:spcAft>
                <a:spcPts val="51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--seed / --temp / --top-p / --n-predict : contrôler la génération</a:t>
            </a:r>
            <a:endParaRPr lang="en-US" sz="1700" dirty="0"/>
          </a:p>
          <a:p>
            <a:pPr marL="194310" indent="-194310">
              <a:spcAft>
                <a:spcPts val="51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--verbose : diagnostiquer (chemins + commande)</a:t>
            </a:r>
            <a:endParaRPr lang="en-US" sz="1700" dirty="0"/>
          </a:p>
          <a:p>
            <a:pPr marL="194310" indent="-194310">
              <a:spcAft>
                <a:spcPts val="51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--out : écrire la sortie dans un fichier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4389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Windows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475488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4310" indent="-194310">
              <a:spcAft>
                <a:spcPts val="51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des arguments avec CommandLineToArgvW (gère guillemets/espaces).</a:t>
            </a:r>
            <a:endParaRPr lang="en-US" sz="1700" dirty="0"/>
          </a:p>
          <a:p>
            <a:pPr marL="194310" indent="-194310">
              <a:spcAft>
                <a:spcPts val="51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du chemin racine depuis le dossier de l'exécutable.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903720" y="1508760"/>
            <a:ext cx="4602175" cy="48463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23760" y="1783080"/>
            <a:ext cx="3962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Exemple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23760" y="2148840"/>
            <a:ext cx="3962095" cy="2011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2331720"/>
            <a:ext cx="350489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x64-Release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storygen.exe ^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--model models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mistral-7b-instruct-v0.2.Q4_0.gguf ^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--prompt prompt.txt ^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-n 250 -s 123 -t 0.8 -p 0.95 ^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--verbose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23760" y="4343400"/>
            <a:ext cx="3962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par défaut : single-turn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23760" y="4663440"/>
            <a:ext cx="3962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évite que llama-cli reste en attente (mode interactif).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6309360"/>
            <a:ext cx="108200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6419088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P1RV • Sujet 9 • Génération d'histoires C++ / SLM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 (et solutions)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10820095" cy="48463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20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Toolchain x86/x64 (linker)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45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Symptômes : LNK4272 (libs x86 vs cible x64), symboles non résolus.</a:t>
            </a:r>
            <a:endParaRPr lang="en-US" sz="1500" dirty="0"/>
          </a:p>
          <a:p>
            <a:pPr marL="171450" indent="-171450">
              <a:spcAft>
                <a:spcPts val="45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utiliser le terminal “x64 Native Tools”, clean build, reconfigure CMake.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3611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Commandes Windows (guillemets / redirections)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4023360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45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Symptômes : erreurs “syntaxe du nom…” ou sortie vide (stderr non capturé).</a:t>
            </a:r>
            <a:endParaRPr lang="en-US" sz="1500" dirty="0"/>
          </a:p>
          <a:p>
            <a:pPr marL="171450" indent="-171450">
              <a:spcAft>
                <a:spcPts val="45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exécution via cmd.exe + 2&gt;&amp;1 + quoting systématique.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63640" y="1920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Mode interactif de llama-cli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63640" y="2331720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45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 : le programme ne se termine pas après la génération.</a:t>
            </a:r>
            <a:endParaRPr lang="en-US" sz="1500" dirty="0"/>
          </a:p>
          <a:p>
            <a:pPr marL="171450" indent="-171450">
              <a:spcAft>
                <a:spcPts val="45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option --single-turn (et éventuellement --no-conversation).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63640" y="3611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Parsing d'arguments Windows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63640" y="4023360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45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 : chemins avec espaces cassés si parsing naïf.</a:t>
            </a:r>
            <a:endParaRPr lang="en-US" sz="1500" dirty="0"/>
          </a:p>
          <a:p>
            <a:pPr marL="171450" indent="-171450">
              <a:spcAft>
                <a:spcPts val="45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CommandLineToArgvW.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6309360"/>
            <a:ext cx="108200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6419088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P1RV • Sujet 9 • Génération d'histoires C++ / SLM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6035040" cy="48463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83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Exemple de sortie (extrait)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2148840"/>
            <a:ext cx="5486400" cy="29260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33172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 The Kind Dragon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Once upon a time... lived a friendly dragon named Dax.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Dax had big, shiny scales...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He loved to play with children...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...they became the best of friends.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5257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Propriétés observées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55321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42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Reproductible avec seed fixe</a:t>
            </a:r>
            <a:endParaRPr lang="en-US" sz="1400" dirty="0"/>
          </a:p>
          <a:p>
            <a:pPr marL="160020" indent="-160020">
              <a:spcAft>
                <a:spcPts val="42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Longueur contrôlable (n-predict)</a:t>
            </a:r>
            <a:endParaRPr lang="en-US" sz="1400" dirty="0"/>
          </a:p>
          <a:p>
            <a:pPr marL="160020" indent="-160020">
              <a:spcAft>
                <a:spcPts val="42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 fortement du prompt (phase 2)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903720" y="1508760"/>
            <a:ext cx="4602175" cy="48463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23760" y="1783080"/>
            <a:ext cx="3962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Mesures (indicatives)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2240280"/>
            <a:ext cx="396209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4310" indent="-194310">
              <a:spcAft>
                <a:spcPts val="51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t/s (tokens/seconde) fourni par llama-cli</a:t>
            </a:r>
            <a:endParaRPr lang="en-US" sz="1700" dirty="0"/>
          </a:p>
          <a:p>
            <a:pPr marL="194310" indent="-194310">
              <a:spcAft>
                <a:spcPts val="51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dépendant du CPU + quantization + paramètres</a:t>
            </a:r>
            <a:endParaRPr lang="en-US" sz="1700" dirty="0"/>
          </a:p>
          <a:p>
            <a:pPr marL="194310" indent="-194310">
              <a:spcAft>
                <a:spcPts val="51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d'optimisation GPU dans ce POC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23760" y="3749040"/>
            <a:ext cx="3962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: Mistral 7B Instruct v0.2 (GGUF)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23760" y="4069080"/>
            <a:ext cx="3962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: llama.cpp (llama-cli)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0" y="4526280"/>
            <a:ext cx="3962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objectif : valider l'intégration, pas battre des benchmarks.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6309360"/>
            <a:ext cx="108200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6419088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P1RV • Sujet 9 • Génération d'histoires C++ / SLM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passé &amp; perspectives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760720" cy="48463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83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(solo) : 15 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450"/>
              </a:spcAft>
              <a:buSzPct val="100000"/>
              <a:buChar char="•"/>
            </a:pPr>
            <a:r>
              <a:rPr lang="en-US" sz="15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Recherches</a:t>
            </a:r>
            <a:r>
              <a:rPr lang="en-US" sz="15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préalables</a:t>
            </a:r>
            <a:r>
              <a:rPr lang="en-US" sz="15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~4 h</a:t>
            </a:r>
          </a:p>
          <a:p>
            <a:pPr marL="171450" indent="-171450">
              <a:spcAft>
                <a:spcPts val="450"/>
              </a:spcAft>
              <a:buSzPct val="100000"/>
              <a:buChar char="•"/>
            </a:pPr>
            <a:r>
              <a:rPr lang="en-US" sz="15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</a:t>
            </a: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VS/CMake/Ninja + compilation llama.cpp : </a:t>
            </a:r>
            <a:r>
              <a:rPr lang="en-US" sz="15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</a:t>
            </a: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500" dirty="0"/>
          </a:p>
          <a:p>
            <a:pPr marL="171450" indent="-171450">
              <a:spcAft>
                <a:spcPts val="45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 modèle + tests llama-cli : </a:t>
            </a:r>
            <a:r>
              <a:rPr lang="en-US" sz="15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</a:t>
            </a: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500" dirty="0"/>
          </a:p>
          <a:p>
            <a:pPr marL="171450" indent="-171450">
              <a:spcAft>
                <a:spcPts val="45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C++ (popen, stdout/stderr, quoting) : </a:t>
            </a:r>
            <a:r>
              <a:rPr lang="en-US" sz="15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</a:t>
            </a: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500" dirty="0"/>
          </a:p>
          <a:p>
            <a:pPr marL="171450" indent="-171450">
              <a:spcAft>
                <a:spcPts val="45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x86/x64 + rebuild propre : </a:t>
            </a:r>
            <a:r>
              <a:rPr lang="en-US" sz="15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</a:t>
            </a: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500" dirty="0"/>
          </a:p>
          <a:p>
            <a:pPr marL="171450" indent="-171450">
              <a:spcAft>
                <a:spcPts val="45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(options, single-turn, verbose) + doc : </a:t>
            </a:r>
            <a:r>
              <a:rPr lang="en-US" sz="15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</a:t>
            </a:r>
          </a:p>
          <a:p>
            <a:pPr marL="171450" indent="-171450">
              <a:spcAft>
                <a:spcPts val="450"/>
              </a:spcAft>
              <a:buSzPct val="100000"/>
              <a:buChar char="•"/>
            </a:pPr>
            <a:r>
              <a:rPr lang="en-US" sz="15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r>
              <a:rPr lang="en-US" sz="15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</a:t>
            </a:r>
            <a:r>
              <a:rPr lang="en-US" sz="15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rendus</a:t>
            </a:r>
            <a:r>
              <a:rPr lang="en-US" sz="15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de la </a:t>
            </a:r>
            <a:r>
              <a:rPr lang="en-US" sz="15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</a:t>
            </a:r>
            <a:r>
              <a:rPr lang="en-US" sz="15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~2 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58064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: 15 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29400" y="1508760"/>
            <a:ext cx="4876495" cy="48463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49440" y="1783080"/>
            <a:ext cx="4236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(phase 2+)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49440" y="2331720"/>
            <a:ext cx="423641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48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PromptBuilder : âge/thème/genre → prompt structuré</a:t>
            </a:r>
            <a:endParaRPr lang="en-US" sz="1600" dirty="0"/>
          </a:p>
          <a:p>
            <a:pPr marL="182880" indent="-182880">
              <a:spcAft>
                <a:spcPts val="48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“clean” (filtrer banner/logs) + option --raw</a:t>
            </a:r>
            <a:endParaRPr lang="en-US" sz="1600" dirty="0"/>
          </a:p>
          <a:p>
            <a:pPr marL="182880" indent="-182880">
              <a:spcAft>
                <a:spcPts val="48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--prompt-text et --json pour intégration future</a:t>
            </a:r>
            <a:endParaRPr lang="en-US" sz="1600" dirty="0"/>
          </a:p>
          <a:p>
            <a:pPr marL="182880" indent="-182880">
              <a:spcAft>
                <a:spcPts val="48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HTML/MD/PDF + historique des runs (JSON)</a:t>
            </a:r>
            <a:endParaRPr lang="en-US" sz="1600" dirty="0"/>
          </a:p>
          <a:p>
            <a:pPr marL="182880" indent="-182880">
              <a:spcAft>
                <a:spcPts val="48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Optionnel : illustrations (stable-diffusion.cpp)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6309360"/>
            <a:ext cx="108200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6419088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P1RV • Sujet 9 • Génération d'histoires C++ / SLM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56032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/ Réponses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85800" y="384048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!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6309360"/>
            <a:ext cx="108200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19088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P1RV • Sujet 9 • Génération d'histoires C++ / SLM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6419088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1278</Words>
  <Application>Microsoft Office PowerPoint</Application>
  <PresentationFormat>Grand écran</PresentationFormat>
  <Paragraphs>161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Ecole d'ingenieur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Paul (P1RV)</dc:creator>
  <cp:lastModifiedBy>Eleve</cp:lastModifiedBy>
  <cp:revision>9</cp:revision>
  <dcterms:created xsi:type="dcterms:W3CDTF">2026-01-16T03:11:16Z</dcterms:created>
  <dcterms:modified xsi:type="dcterms:W3CDTF">2026-01-16T10:06:47Z</dcterms:modified>
</cp:coreProperties>
</file>